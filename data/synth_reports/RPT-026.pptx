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レポートメタデータ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report_id: RPT-026</a:t>
            </a:r>
          </a:p>
          <a:p>
            <a:r>
              <a:t>dept: ブレーキ・サスペンション設計部</a:t>
            </a:r>
          </a:p>
          <a:p>
            <a:r>
              <a:t>analysis_type: 固有値・モーダル解析</a:t>
            </a:r>
          </a:p>
          <a:p>
            <a:r>
              <a:t>part: サスペンションロアアーム</a:t>
            </a:r>
          </a:p>
          <a:p>
            <a:r>
              <a:t>solver: Abaqus</a:t>
            </a:r>
          </a:p>
          <a:p>
            <a:r>
              <a:t>material: 高張力鋼板(980MPa級)</a:t>
            </a:r>
          </a:p>
          <a:p>
            <a:r>
              <a:t>author: 担当者A</a:t>
            </a:r>
          </a:p>
          <a:p>
            <a:r>
              <a:t>date: 2024-08-25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解析目的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サスペンションロアアームの振動特性を理解し、設計上の問題点や改良ポイントを特定すること。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対象部品・製品カテゴリ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ブレーキ・サスペンション設計部で開発中のサスペンションロアアーム。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拘束・荷重条件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ロアアームの両端を固定し、自車重量を考慮した静的負荷と振動負荷を加えた。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メッシュ条件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初期段階では1次要素を使用し、後段階では2次要素に変更して網目数を精査した。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材料物性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使用材料は高張力鋼板で、Yield強度980MPa、弾性係数210GPaとし、ポアソン比は0.3とした。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使用ソルバー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Abaqusを使用し、線形静的解析とモーダル解析を実施した。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結果サマリー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1次要素を使用した場合、曲げ剛性が約30%過小評価され、モーダル周波数は15Hzと低すぎた。2次要素に変更することで、曲げ剛性が正しく評価され、モーダル周波数は23Hzとなり適切な値となった。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463040"/>
            <a:ext cx="365760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トラブルシューティング・教訓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初期の1次要素を使用した解析では曲げ剛性が約30%も過小評価され、結果的にモーダル周波数が15Hzと低く不安定な振動特性を示唆していた。この問題は、要素の種類選択において2次要素への移行によって解決され、モーダル周波数が正しい範囲である23Hzに修正されることが確認された。今後は、形状が複雑で曲げ応力が大きい部品に対しては2次要素を使用することを推奨する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
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レポートメタデータ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report_id: RPT-016</a:t>
            </a:r>
          </a:p>
          <a:p>
            <a:r>
              <a:t>dept: パワートレイン設計部</a:t>
            </a:r>
          </a:p>
          <a:p>
            <a:r>
              <a:t>analysis_type: 疲労解析</a:t>
            </a:r>
          </a:p>
          <a:p>
            <a:r>
              <a:t>part: プロペラシャフトサポート</a:t>
            </a:r>
          </a:p>
          <a:p>
            <a:r>
              <a:t>solver: Ansys</a:t>
            </a:r>
          </a:p>
          <a:p>
            <a:r>
              <a:t>material: 炭素繊維強化樹脂(CFRP)</a:t>
            </a:r>
          </a:p>
          <a:p>
            <a:r>
              <a:t>author: 担当者B</a:t>
            </a:r>
          </a:p>
          <a:p>
            <a:r>
              <a:t>date: 2024-11-29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プロペラシャフトサポートの長期間使用における疲労損傷を予測し、安全性と信頼性の向上を目指す。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対象部品・製品カテゴリ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プロペラシャフトサポート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境界条件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入力トルク：300 Nm, 回転速度：1200 rpm, 温度：-40°C から +85°C 変域内で周期的変化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要素分割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メッシュサイズ：初期設定では10 mm四方のボクセルを使用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材料物性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基体材料：エポキシ樹脂, 強化繊維：炭素繊維, 引張強度：1500 MPa, 断面收缩率：3.0%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使用ソルバー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Ansys Workbench, 求解器：ANSYS Mechanical APDL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最大応力：105 MPa, 最大位移：3.2 μm, 疲労寿命：10^6 回転以上予測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657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トラブルシューティング・教訓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初期のメッシュサイズが10 mmで、細かい応力集中部を捕捉できていないことが判明。再解析ではメッシュサイズを5 mmに細め、最大応力が120 MPaと上昇した。これにより、実際の使用環境での損傷予測精度が向上した。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
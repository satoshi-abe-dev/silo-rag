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レポートメタデータ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report_id: RPT-043</a:t>
            </a:r>
          </a:p>
          <a:p>
            <a:r>
              <a:t>dept: 品質保証部</a:t>
            </a:r>
          </a:p>
          <a:p>
            <a:r>
              <a:t>analysis_type: 疲労解析</a:t>
            </a:r>
          </a:p>
          <a:p>
            <a:r>
              <a:t>part: コイルスプリングシート</a:t>
            </a:r>
          </a:p>
          <a:p>
            <a:r>
              <a:t>solver: Nastran</a:t>
            </a:r>
          </a:p>
          <a:p>
            <a:r>
              <a:t>material: 高張力鋼板(980MPa級)</a:t>
            </a:r>
          </a:p>
          <a:p>
            <a:r>
              <a:t>author: 担当者B</a:t>
            </a:r>
          </a:p>
          <a:p>
            <a:r>
              <a:t>date: 2024-03-05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解析目的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コイルスプリングシートの長期的な耐久性を評価し、設計改良の可能性を明らかにする。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対象部品・製品カテゴリ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自動車用コイルスプリングシート。主に乗車快適性と走行安定性の向上に貢献する部品。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入力条件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コイルスプリングシートが承受する往復圧縮伸張応力のパターンを模倣。最大負荷1500N、最小負荷300Nの往復応力と20Hzの振動周波数を入力。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メッシュ仕様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コイルスプリングシートの全体と周辺構造を細分化。要素数は約50,000で、コイル部分の径方向や軸方向に適切な網目密度を設けている。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材料物性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使用材料は高張力鋼板で、屈折強度980MPa、伸縮率1.5%と特性を有する。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使用ソルバー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Nastranを使用し、非線形解析機能を活用して繰り返し応力下での疲労損傷を模擬。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結果サマリー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解析結果では、コイルスプリングシートの最も強い応力集中部分が最大位移4mm、最大剪断応力750MPaと予測された。また、その部分での疲労寿命は約1億サイクルと推定された。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63040"/>
            <a:ext cx="36576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トラブルシューティング・教訓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解析結果と実機評価（試作品での振動試験）に乖離が確認され、コイルスプリングシートの振動モードと実際の試験において異なる振動特性が観察された。試験では、最大位移が5mmまで観測され、剪断応力は解析値よりも800MPaまで上昇した。この現象により、境界条件を見直し、コイルスプリングシートの周辺構造の影響をより詳細に考慮することで誤差を抑制し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
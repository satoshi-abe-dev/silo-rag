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レポートメタデータ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report_id: RPT-022</a:t>
            </a:r>
          </a:p>
          <a:p>
            <a:r>
              <a:t>dept: シャシー設計部</a:t>
            </a:r>
          </a:p>
          <a:p>
            <a:r>
              <a:t>analysis_type: 疲労解析</a:t>
            </a:r>
          </a:p>
          <a:p>
            <a:r>
              <a:t>part: エンジンマウントブラケット</a:t>
            </a:r>
          </a:p>
          <a:p>
            <a:r>
              <a:t>solver: Abaqus</a:t>
            </a:r>
          </a:p>
          <a:p>
            <a:r>
              <a:t>material: 高張力鋼板(980MPa級)</a:t>
            </a:r>
          </a:p>
          <a:p>
            <a:r>
              <a:t>author: 担当者B</a:t>
            </a:r>
          </a:p>
          <a:p>
            <a:r>
              <a:t>date: 2025-02-17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解析目的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エンジンマウントブラケットの耐久性を評価し、設計変更前の疲労寿命が目標値以上であることを確認する。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対象部品・製品カテゴリ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シャシー設計部門が作成したエンジンマウントブラケット。使用される車種に応じて異なる形状とサイズのものがある。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荷重・拘束条件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エンジンからの垂直方向への力500Nと水平方向への力300Nが作用する。ブレーキ操作時に発生する加速度を含む振動荷重も考慮。固定された基盤とブラケットの接続部が拘束条件となる。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メッシュ諸元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ブラケット全体を四角形要素でメッシュ化し、要素数は30,000個に設定。クラスタリングを用いて接続部の細分化を行い、精度向上が確認された。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材料物性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使用材料は高張力鋼板で、屈折強度980MPaを示す。ポアソン比は0.3、密度は7.8g/cm³と設定。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使用ソルバー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Abaqusを使用し、非線形静力解析と疲劳寿命予測を行った。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結果サマリー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スナップショットから得られた最大応力は450MPaであり、材料の許容応力を下回っている。しかし、初期の疲労評価では誤ったS-N線図を使用し、結果的に寿命予測が過大となった。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6576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トラブルシューティング・教訓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解析初期段階で適用したS-N線図が誤り、実際のデータと乖離していた。これにより寿命予測値が約20%大きくなったことが判明した。今後は、正確なS-N線図の選択と適用範囲の確認に注意深める必要がある。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
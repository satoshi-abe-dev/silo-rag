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レポートメタデータ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report_id: RPT-040</a:t>
            </a:r>
          </a:p>
          <a:p>
            <a:r>
              <a:t>dept: 品質保証部</a:t>
            </a:r>
          </a:p>
          <a:p>
            <a:r>
              <a:t>analysis_type: 非線形静解析（大変形・接触）</a:t>
            </a:r>
          </a:p>
          <a:p>
            <a:r>
              <a:t>part: フロントドアパネル</a:t>
            </a:r>
          </a:p>
          <a:p>
            <a:r>
              <a:t>solver: Abaqus</a:t>
            </a:r>
          </a:p>
          <a:p>
            <a:r>
              <a:t>material: 炭素繊維強化樹脂(CFRP)</a:t>
            </a:r>
          </a:p>
          <a:p>
            <a:r>
              <a:t>author: 担当者I</a:t>
            </a:r>
          </a:p>
          <a:p>
            <a:r>
              <a:t>date: 2025-05-23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フロントドアパネルの衝撃負荷に対する耐久性評価を実施し、設計変更前の構造強度と接触応力を確認する。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対象部品・製品カテゴリ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フロントドアパネル。軽量化と高強度化が求められる車両外装部品。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入力条件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衝撃速度15m/sでの衝突をシミュレート。衝撃負荷は、7kNから12kNまで変化する。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メッシュ仕様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最粗メッシュサイズが15mm、最細メッシュサイズが3mmまでの非等間隔メッシュを使用。トータル要素数は約50万個。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材料物性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炭素繊維強化樹脂(CFRP)を使用。ヤング係数は140GPa、ポアソン比は0.3、断面模量は22GPa。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使用ソルバー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非線形静解析にはAbaqusを使用。大変形と接触問題を考慮した設定を行い、適切な解を得た。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最大应力は60MPaに達し、許容値75MPaを下回っている。接触部分の最大変位は2mmであり、設計規格内の1.5mmより大きい。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トラブルシューティング・教訓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疲労評価時に適用したS-N線図が誤り、結果として寿命予測が約20%過大となった。例えば、実際の1万回繰り返しにおける破損予測が2.5万回までと表示された。これを修正するために、正しいS-N線図の選択と適用条件を再確認し、より正確な評価を行うことに注意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